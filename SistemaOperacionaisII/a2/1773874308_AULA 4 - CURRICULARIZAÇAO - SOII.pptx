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03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6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3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8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08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38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9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6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2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57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8880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04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77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71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53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97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161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Aula 04 – Projeto de Estudo de Caso e Curricularização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Disciplina: Sistemas Operacionais</a:t>
            </a:r>
          </a:p>
          <a:p>
            <a:r>
              <a:t>Tema: Implantação de Linux na Rede Municipal de Saúde</a:t>
            </a:r>
          </a:p>
          <a:p>
            <a:r>
              <a:t>Curso: FATEC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Compreender o conceito de curricularização</a:t>
            </a:r>
          </a:p>
          <a:p>
            <a:r>
              <a:t>• Entender o estudo de caso proposto</a:t>
            </a:r>
          </a:p>
          <a:p>
            <a:r>
              <a:t>• Analisar a implantação de Linux no setor público</a:t>
            </a:r>
          </a:p>
          <a:p>
            <a:r>
              <a:t>• Conhecer as etapas do projeto do semestre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Curricularização?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Metodologia que conecta teoria com problemas reais.</a:t>
            </a:r>
          </a:p>
          <a:p>
            <a:r>
              <a:t>Os alunos desenvolvem projetos aplicados</a:t>
            </a:r>
          </a:p>
          <a:p>
            <a:r>
              <a:t>baseados em situações da sociedade.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Estudo de Caso da Disciplina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Implantação de um sistema operacional Linux</a:t>
            </a:r>
          </a:p>
          <a:p>
            <a:r>
              <a:t>na rede municipal de saúde.</a:t>
            </a:r>
          </a:p>
          <a:p>
            <a:r>
              <a:t>O objetivo é analisar viabilidade, vantagens e desafios.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do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rede municipal de saúde possui computadores em:</a:t>
            </a:r>
          </a:p>
          <a:p>
            <a:r>
              <a:t>• Postos de saúde</a:t>
            </a:r>
          </a:p>
          <a:p>
            <a:r>
              <a:t>• Unidades de pronto atendimento</a:t>
            </a:r>
          </a:p>
          <a:p>
            <a:r>
              <a:t>• Administração</a:t>
            </a:r>
          </a:p>
          <a:p>
            <a:r>
              <a:t>• Farmácias públicas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Problemas Atuais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Alto custo de licenças de software</a:t>
            </a:r>
          </a:p>
          <a:p>
            <a:r>
              <a:t>• Computadores antigos</a:t>
            </a:r>
          </a:p>
          <a:p>
            <a:r>
              <a:t>• Vulnerabilidades de segurança</a:t>
            </a:r>
          </a:p>
          <a:p>
            <a:r>
              <a:t>• Falta de padronização dos sistemas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Utilizar Linux?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Sistema gratuito</a:t>
            </a:r>
          </a:p>
          <a:p>
            <a:r>
              <a:t>• Maior segurança</a:t>
            </a:r>
          </a:p>
          <a:p>
            <a:r>
              <a:t>• Estabilidade do sistema</a:t>
            </a:r>
          </a:p>
          <a:p>
            <a:r>
              <a:t>• Melhor desempenho em máquinas antigas</a:t>
            </a:r>
          </a:p>
          <a:p>
            <a:r>
              <a:t>• Software livre e personalizável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Exemplos de Uso de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é utilizado em diversos órgãos públicos</a:t>
            </a:r>
          </a:p>
          <a:p>
            <a:r>
              <a:t>no Brasil e no mundo.</a:t>
            </a:r>
          </a:p>
          <a:p>
            <a:r>
              <a:t>Exemplos: órgãos governamentais, tribunais</a:t>
            </a:r>
          </a:p>
          <a:p>
            <a:r>
              <a:t>e instituições públicas.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do Projeto dos Alunos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Os alunos trabalharão em grupos.</a:t>
            </a:r>
          </a:p>
          <a:p>
            <a:r>
              <a:t>Cada grupo deverá propor um plano de implantação</a:t>
            </a:r>
          </a:p>
          <a:p>
            <a:r>
              <a:t>de Linux para a rede municipal de saúde.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Etapas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Levantamento de requisitos</a:t>
            </a:r>
          </a:p>
          <a:p>
            <a:r>
              <a:t>2. Escolha da distribuição Linux</a:t>
            </a:r>
          </a:p>
          <a:p>
            <a:r>
              <a:t>3. Planejamento da implantação</a:t>
            </a:r>
          </a:p>
          <a:p>
            <a:r>
              <a:t>4. Apresentação da solução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Atividade em Sala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Discussão em grupo:</a:t>
            </a:r>
          </a:p>
          <a:p>
            <a:r>
              <a:t>• Quais dificuldades podem surgir ao migrar para Linux?</a:t>
            </a:r>
          </a:p>
          <a:p>
            <a:r>
              <a:t>• Quais vantagens essa mudança pode trazer?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Encerramento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 próxima aula iniciaremos o estudo</a:t>
            </a:r>
          </a:p>
          <a:p>
            <a:r>
              <a:t>dos sistemas Linux na prática.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303</Words>
  <Application>Microsoft Office PowerPoint</Application>
  <PresentationFormat>Widescreen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Íon</vt:lpstr>
      <vt:lpstr>Aula 04 – Projeto de Estudo de Caso e Curricularização</vt:lpstr>
      <vt:lpstr>Objetivos da Aula</vt:lpstr>
      <vt:lpstr>O que é Curricularização?</vt:lpstr>
      <vt:lpstr>Estudo de Caso da Disciplina</vt:lpstr>
      <vt:lpstr>Contexto do Problema</vt:lpstr>
      <vt:lpstr>Problemas Atuais</vt:lpstr>
      <vt:lpstr>Por que Utilizar Linux?</vt:lpstr>
      <vt:lpstr>Exemplos de Uso de Linux</vt:lpstr>
      <vt:lpstr>Estrutura do Projeto dos Alunos</vt:lpstr>
      <vt:lpstr>Etapas do Projeto</vt:lpstr>
      <vt:lpstr>Atividade em Sala</vt:lpstr>
      <vt:lpstr>Encerramento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MARIVALDO APARECIDO ALCANTARA</cp:lastModifiedBy>
  <cp:revision>2</cp:revision>
  <dcterms:created xsi:type="dcterms:W3CDTF">2013-01-27T09:14:16Z</dcterms:created>
  <dcterms:modified xsi:type="dcterms:W3CDTF">2026-03-18T17:56:47Z</dcterms:modified>
  <cp:category/>
</cp:coreProperties>
</file>