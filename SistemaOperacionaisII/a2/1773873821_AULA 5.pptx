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92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62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06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63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29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20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98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38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35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22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105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3420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51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35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07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533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366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5B8E4-FD0C-9EF1-5C60-10EDF819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F13ED2-4528-7261-124E-DE6ED009A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D18D4F-596A-9640-BDDE-263D9860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E2133-4B56-3117-CDF0-48CFA487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3B4068-2D69-5521-4608-36FA6C92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14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54677E4-8E40-484B-A649-5E9BEBFF733E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97626-7501-4C1B-8300-2D5CD47CA0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546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45C00-2F40-1C47-FDD2-66601ED39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Dimensionamento de Hardware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1A66E8-A87E-6362-1025-66AB8F10D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Requisitos Físicos para SOs Corporativos</a:t>
            </a:r>
          </a:p>
          <a:p>
            <a:r>
              <a:rPr lang="pt-BR"/>
              <a:t>Sistemas Operacionais II - ADS FATEC</a:t>
            </a:r>
          </a:p>
        </p:txBody>
      </p:sp>
    </p:spTree>
    <p:extLst>
      <p:ext uri="{BB962C8B-B14F-4D97-AF65-F5344CB8AC3E}">
        <p14:creationId xmlns:p14="http://schemas.microsoft.com/office/powerpoint/2010/main" val="1237857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6F862-8680-7C0B-CC85-B2FA7D6F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Mito dos Requisitos Mínimos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A55085-3E28-E728-7067-01883907E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• Documentação oficial mostra o mínimo para o SO 'ligar'.</a:t>
            </a:r>
          </a:p>
          <a:p>
            <a:r>
              <a:rPr lang="pt-BR"/>
              <a:t>• A Regra de Ouro Corporativa: Hardware = SO + Papel do Servidor + Carga de Trabalho + Margem de Segurança.</a:t>
            </a:r>
          </a:p>
          <a:p>
            <a:r>
              <a:rPr lang="pt-BR"/>
              <a:t>• Exemplo: Windows Server liga com 512 MB de RAM (Server Core), mas exige dezenas de GBs se for rodar um banco de dados de uso intensivo.</a:t>
            </a:r>
          </a:p>
        </p:txBody>
      </p:sp>
    </p:spTree>
    <p:extLst>
      <p:ext uri="{BB962C8B-B14F-4D97-AF65-F5344CB8AC3E}">
        <p14:creationId xmlns:p14="http://schemas.microsoft.com/office/powerpoint/2010/main" val="272298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797A5-355D-3DE0-0A9A-B5C94A82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Processador (CPU) e Arquiteturas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C921B9-52F3-6E79-891A-FF6902F9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• Arquitetura x86_64 (Intel/AMD): Padrão da indústria para servidores tradicionais e softwares de código fechado.</a:t>
            </a:r>
          </a:p>
          <a:p>
            <a:r>
              <a:rPr lang="pt-BR"/>
              <a:t>• Arquitetura ARM64: Nova tendência corporativa (ex: AWS Graviton). Foco em alta eficiência energética.</a:t>
            </a:r>
          </a:p>
          <a:p>
            <a:r>
              <a:rPr lang="pt-BR"/>
              <a:t>• Licenciamento: No mundo corporativo, o número de núcleos físicos muitas vezes dita o preço da licença do SO (ex: Windows Server).</a:t>
            </a:r>
          </a:p>
        </p:txBody>
      </p:sp>
    </p:spTree>
    <p:extLst>
      <p:ext uri="{BB962C8B-B14F-4D97-AF65-F5344CB8AC3E}">
        <p14:creationId xmlns:p14="http://schemas.microsoft.com/office/powerpoint/2010/main" val="394157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C5F19-0DAD-ED31-B3A5-BF313438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Memória RAM: Qualidade vs. Quantidade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1F9006-97A4-B541-87AE-6DD7E092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• Capacidade: SOs com interface gráfica retêm muita RAM. SOs em modo texto (headless) liberam RAM para a aplicação.</a:t>
            </a:r>
          </a:p>
          <a:p>
            <a:r>
              <a:rPr lang="pt-BR"/>
              <a:t>• Memória ECC (Error-Correcting Code): Requisito físico oculto, mas essencial para servidores críticos.</a:t>
            </a:r>
          </a:p>
          <a:p>
            <a:r>
              <a:rPr lang="pt-BR"/>
              <a:t>• Função da ECC: Corrige falhas de bits em tempo real para evitar que o SO sofra um colapso repentino.</a:t>
            </a:r>
          </a:p>
        </p:txBody>
      </p:sp>
    </p:spTree>
    <p:extLst>
      <p:ext uri="{BB962C8B-B14F-4D97-AF65-F5344CB8AC3E}">
        <p14:creationId xmlns:p14="http://schemas.microsoft.com/office/powerpoint/2010/main" val="325187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0451-090C-E7C0-0661-9CF02BD1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Armazenamento: IOPS e Redundância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A5EEE-ECEA-827F-6533-F1837FEB5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• O gargalo real: IOPS (Operações de Entrada e Saída por Segundo) é mais importante que o espaço total.</a:t>
            </a:r>
          </a:p>
          <a:p>
            <a:r>
              <a:rPr lang="pt-BR"/>
              <a:t>• Tecnologias: HDDs mecânicos (lentos, alta capacidade) vs. SSDs NVMe (velocidade extrema para bancos de dados).</a:t>
            </a:r>
          </a:p>
          <a:p>
            <a:r>
              <a:rPr lang="pt-BR"/>
              <a:t>• RAID: Requisito de hardware vital. O SO precisa de suporte a controladoras RAID para não perder dados se um disco físico falhar.</a:t>
            </a:r>
          </a:p>
        </p:txBody>
      </p:sp>
    </p:spTree>
    <p:extLst>
      <p:ext uri="{BB962C8B-B14F-4D97-AF65-F5344CB8AC3E}">
        <p14:creationId xmlns:p14="http://schemas.microsoft.com/office/powerpoint/2010/main" val="245050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388C4-C5FC-CD01-58A5-291EEED7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Estudo: Windows Server vs. Linux Enterprise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6B0C18-92D8-DD1E-E48C-02C754E74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• Windows Server:</a:t>
            </a:r>
          </a:p>
          <a:p>
            <a:r>
              <a:rPr lang="pt-BR"/>
              <a:t>  - Instalação 'Server Core' reduz uso de hardware e superfície de ataques.</a:t>
            </a:r>
          </a:p>
          <a:p>
            <a:r>
              <a:rPr lang="pt-BR"/>
              <a:t>  - Active Directory: Exige muito armazenamento rápido e rede responsiva.</a:t>
            </a:r>
          </a:p>
          <a:p>
            <a:endParaRPr lang="pt-BR"/>
          </a:p>
          <a:p>
            <a:r>
              <a:rPr lang="pt-BR"/>
              <a:t>• Linux Enterprise (Ubuntu/Red Hat):</a:t>
            </a:r>
          </a:p>
          <a:p>
            <a:r>
              <a:rPr lang="pt-BR"/>
              <a:t>  - Leveza: Um servidor web (Nginx) pode rodar com recursos mínimos.</a:t>
            </a:r>
          </a:p>
          <a:p>
            <a:r>
              <a:rPr lang="pt-BR"/>
              <a:t>  - Personalização: Possibilidade de compilar apenas módulos estritamente necessários no Kernel.</a:t>
            </a:r>
          </a:p>
        </p:txBody>
      </p:sp>
    </p:spTree>
    <p:extLst>
      <p:ext uri="{BB962C8B-B14F-4D97-AF65-F5344CB8AC3E}">
        <p14:creationId xmlns:p14="http://schemas.microsoft.com/office/powerpoint/2010/main" val="166389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7F87E-0BBA-3447-B656-E1797D0A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Filtro Corporativo: HCL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169798-6E69-759E-806B-3E6004B05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• O que é: Hardware Compatibility List (Lista de Compatibilidade de Hardware).</a:t>
            </a:r>
          </a:p>
          <a:p>
            <a:r>
              <a:rPr lang="pt-BR"/>
              <a:t>• Importância: Mantida oficialmente pela Microsoft, Red Hat, VMware, etc.</a:t>
            </a:r>
          </a:p>
          <a:p>
            <a:r>
              <a:rPr lang="pt-BR"/>
              <a:t>• A Regra do Suporte: Nunca instale um SO corporativo em hardware que não esteja na HCL. Em caso de falha, o fabricante recusará o suporte técnico.</a:t>
            </a:r>
          </a:p>
        </p:txBody>
      </p:sp>
    </p:spTree>
    <p:extLst>
      <p:ext uri="{BB962C8B-B14F-4D97-AF65-F5344CB8AC3E}">
        <p14:creationId xmlns:p14="http://schemas.microsoft.com/office/powerpoint/2010/main" val="1975207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E7873-13FD-561D-A960-94F629AD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Atividade: Projetos de Implantação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BB2DF3-37C3-D4F8-2AD0-BF46B76E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Reúnam-se em equipes (Consultorias de TI). Escolham o SO e dimensionem o hardware para os clientes abaixo:</a:t>
            </a:r>
          </a:p>
          <a:p>
            <a:endParaRPr lang="pt-BR"/>
          </a:p>
          <a:p>
            <a:r>
              <a:rPr lang="pt-BR"/>
              <a:t>1. A Startup Enxuta: Versionamento de código web, orçamento apertado.</a:t>
            </a:r>
          </a:p>
          <a:p>
            <a:r>
              <a:rPr lang="pt-BR"/>
              <a:t>2. A Contabilidade: Software legado Windows, gerência de usuários, medo de perder dados.</a:t>
            </a:r>
          </a:p>
          <a:p>
            <a:r>
              <a:rPr lang="pt-BR"/>
              <a:t>3. O E-commerce Crítico: Servidor isolado só para Banco de Dados de altíssimo tráfego.</a:t>
            </a:r>
          </a:p>
        </p:txBody>
      </p:sp>
    </p:spTree>
    <p:extLst>
      <p:ext uri="{BB962C8B-B14F-4D97-AF65-F5344CB8AC3E}">
        <p14:creationId xmlns:p14="http://schemas.microsoft.com/office/powerpoint/2010/main" val="1712398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522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Íon</vt:lpstr>
      <vt:lpstr>Dimensionamento de Hardware</vt:lpstr>
      <vt:lpstr>O Mito dos Requisitos Mínimos</vt:lpstr>
      <vt:lpstr>Processador (CPU) e Arquiteturas</vt:lpstr>
      <vt:lpstr>Memória RAM: Qualidade vs. Quantidade</vt:lpstr>
      <vt:lpstr>Armazenamento: IOPS e Redundância</vt:lpstr>
      <vt:lpstr>Estudo: Windows Server vs. Linux Enterprise</vt:lpstr>
      <vt:lpstr>O Filtro Corporativo: HCL</vt:lpstr>
      <vt:lpstr>Atividade: Projetos de Implantação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MARIVALDO APARECIDO ALCANTARA</dc:creator>
  <cp:lastModifiedBy>MARIVALDO APARECIDO ALCANTARA</cp:lastModifiedBy>
  <cp:revision>1</cp:revision>
  <dcterms:created xsi:type="dcterms:W3CDTF">2026-03-18T18:07:48Z</dcterms:created>
  <dcterms:modified xsi:type="dcterms:W3CDTF">2026-03-18T18:08:24Z</dcterms:modified>
</cp:coreProperties>
</file>